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1"/>
  </p:normalViewPr>
  <p:slideViewPr>
    <p:cSldViewPr snapToGrid="0">
      <p:cViewPr varScale="1">
        <p:scale>
          <a:sx n="110" d="100"/>
          <a:sy n="110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10/22/26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AAE4-F66B-8D97-DA7C-EFF8081915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Boston Breathes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B3C7D-2B4D-89B2-5659-AE2BF89C5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Angelina Sun</a:t>
            </a:r>
          </a:p>
        </p:txBody>
      </p:sp>
    </p:spTree>
    <p:extLst>
      <p:ext uri="{BB962C8B-B14F-4D97-AF65-F5344CB8AC3E}">
        <p14:creationId xmlns:p14="http://schemas.microsoft.com/office/powerpoint/2010/main" val="272038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6D20-FEC7-48AB-0D41-7F9BD4EB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A220-0549-EE95-3381-BF0B626F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349609"/>
            <a:ext cx="10554574" cy="4188525"/>
          </a:xfrm>
        </p:spPr>
        <p:txBody>
          <a:bodyPr/>
          <a:lstStyle/>
          <a:p>
            <a:r>
              <a:rPr lang="en-CN" sz="2400" dirty="0"/>
              <a:t>Population data: U.S. Census &amp; ACS — resident population and student housing characteristics</a:t>
            </a:r>
          </a:p>
          <a:p>
            <a:r>
              <a:rPr lang="en-CN" sz="2400" dirty="0"/>
              <a:t>Universities: IPEDS &amp; official academic calendars — enrollment, housing, and semester/break dates</a:t>
            </a:r>
          </a:p>
          <a:p>
            <a:r>
              <a:rPr lang="en-US" sz="2400" dirty="0"/>
              <a:t>Urban activity</a:t>
            </a:r>
            <a:r>
              <a:rPr lang="en-CN" sz="2400" dirty="0"/>
              <a:t>: </a:t>
            </a:r>
            <a:r>
              <a:rPr lang="en-US" sz="2400" dirty="0" err="1"/>
              <a:t>Bluebikes</a:t>
            </a:r>
            <a:r>
              <a:rPr lang="en-US" sz="2400" dirty="0"/>
              <a:t>, MBTA &amp; street counts — observed transportation activity</a:t>
            </a:r>
          </a:p>
          <a:p>
            <a:r>
              <a:rPr lang="en-US" sz="2400" dirty="0"/>
              <a:t>Environmental: NOAA — weather variables affecting transportation patterns</a:t>
            </a:r>
            <a:endParaRPr lang="en-CN" sz="2400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174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C747-B702-DB71-8E81-961D64B4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7114-F073-65DC-92F0-C3E9ED00A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/>
          <a:lstStyle/>
          <a:p>
            <a:r>
              <a:rPr lang="en-CN" sz="2400" dirty="0"/>
              <a:t>Many of them are labelled by week, and compared to the school calendar</a:t>
            </a:r>
          </a:p>
          <a:p>
            <a:r>
              <a:rPr lang="en-CN" sz="2400" dirty="0"/>
              <a:t>Residents baseline from resident data records</a:t>
            </a:r>
          </a:p>
          <a:p>
            <a:r>
              <a:rPr lang="en-CN" sz="2400" dirty="0"/>
              <a:t>Student housing to distinguish local and students might leave</a:t>
            </a:r>
          </a:p>
          <a:p>
            <a:r>
              <a:rPr lang="en-CN" sz="2400" dirty="0"/>
              <a:t>Transportation activity a</a:t>
            </a:r>
            <a:r>
              <a:rPr lang="en-US" sz="2400" dirty="0" err="1"/>
              <a:t>nd</a:t>
            </a:r>
            <a:r>
              <a:rPr lang="en-CN" sz="2400" dirty="0"/>
              <a:t> weatehr together to estimate the student presence</a:t>
            </a:r>
          </a:p>
          <a:p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89003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4C8-2450-E7B0-FE9A-2C701DD8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Pre-process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372B-425E-5836-4E27-2F21AAF72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CN" sz="2400" dirty="0"/>
              <a:t>L</a:t>
            </a:r>
            <a:r>
              <a:rPr lang="en-US" sz="2400" dirty="0" err="1"/>
              <a:t>i</a:t>
            </a:r>
            <a:r>
              <a:rPr lang="en-CN" sz="2400" dirty="0"/>
              <a:t>ne up based on weeks</a:t>
            </a:r>
          </a:p>
          <a:p>
            <a:r>
              <a:rPr lang="en-CN" sz="2400" dirty="0"/>
              <a:t>Remove the invalid data</a:t>
            </a:r>
          </a:p>
          <a:p>
            <a:r>
              <a:rPr lang="en-CN" sz="2400" dirty="0"/>
              <a:t>Mark the zone of uni and line up with the activity data</a:t>
            </a:r>
          </a:p>
          <a:p>
            <a:r>
              <a:rPr lang="en-CN" sz="2400" dirty="0"/>
              <a:t>Che</a:t>
            </a:r>
            <a:r>
              <a:rPr lang="en-US" sz="2400" dirty="0"/>
              <a:t>ck</a:t>
            </a:r>
            <a:r>
              <a:rPr lang="en-CN" sz="2400" dirty="0"/>
              <a:t> the age range on Bluebike to identify potential students</a:t>
            </a:r>
          </a:p>
          <a:p>
            <a:r>
              <a:rPr lang="en-CN" sz="2400" dirty="0"/>
              <a:t>Mark COVID-19 </a:t>
            </a:r>
          </a:p>
          <a:p>
            <a:r>
              <a:rPr lang="en-CN" sz="2400" dirty="0"/>
              <a:t>Distinguish online students and in person</a:t>
            </a:r>
          </a:p>
        </p:txBody>
      </p:sp>
    </p:spTree>
    <p:extLst>
      <p:ext uri="{BB962C8B-B14F-4D97-AF65-F5344CB8AC3E}">
        <p14:creationId xmlns:p14="http://schemas.microsoft.com/office/powerpoint/2010/main" val="136258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EB97A-2FF4-9FD9-B28F-ED7B4CF3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The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45B4A-40D3-3963-FA09-FD92A3C5C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8712" y="2222287"/>
                <a:ext cx="10554574" cy="4074341"/>
              </a:xfrm>
            </p:spPr>
            <p:txBody>
              <a:bodyPr/>
              <a:lstStyle/>
              <a:p>
                <a:r>
                  <a:rPr lang="en-US" sz="2800" dirty="0"/>
                  <a:t>Student Presence Index: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latin typeface="Cambria Math" panose="02040503050406030204" pitchFamily="18" charset="0"/>
                      </a:rPr>
                      <m:t>SPI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2800" dirty="0"/>
              </a:p>
              <a:p>
                <a:r>
                  <a:rPr lang="en-CN" sz="2800" dirty="0"/>
                  <a:t>Ratio of activity on campus areas or away</a:t>
                </a:r>
              </a:p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800" i="0">
                                <a:latin typeface="Cambria Math" panose="02040503050406030204" pitchFamily="18" charset="0"/>
                              </a:rPr>
                              <m:t>campus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800" i="0">
                                <a:latin typeface="Cambria Math" panose="02040503050406030204" pitchFamily="18" charset="0"/>
                              </a:rPr>
                              <m:t>away</m:t>
                            </m:r>
                          </m:sub>
                        </m:sSub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endParaRPr lang="en-US" sz="2800" dirty="0"/>
              </a:p>
              <a:p>
                <a:endParaRPr lang="en-C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45B4A-40D3-3963-FA09-FD92A3C5C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8712" y="2222287"/>
                <a:ext cx="10554574" cy="40743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18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AD61FD-0F2D-F561-52D2-CEE05445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66" y="-1123"/>
            <a:ext cx="9439422" cy="68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6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FE9F3-3A27-EDC9-A7FB-137F53332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3456"/>
            <a:ext cx="12252065" cy="682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99144-DAF0-BA66-7842-0FC3CCE5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305" y="0"/>
            <a:ext cx="6479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194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75</TotalTime>
  <Words>168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Cambria Math</vt:lpstr>
      <vt:lpstr>Century Gothic</vt:lpstr>
      <vt:lpstr>Wingdings 2</vt:lpstr>
      <vt:lpstr>Quotable</vt:lpstr>
      <vt:lpstr>Boston Breathes</vt:lpstr>
      <vt:lpstr>Data Source</vt:lpstr>
      <vt:lpstr>Features</vt:lpstr>
      <vt:lpstr>Pre-process</vt:lpstr>
      <vt:lpstr>The equations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Sun, Angelina</dc:creator>
  <cp:lastModifiedBy>Sun, Angelina</cp:lastModifiedBy>
  <cp:revision>1</cp:revision>
  <dcterms:created xsi:type="dcterms:W3CDTF">2026-10-22T14:05:59Z</dcterms:created>
  <dcterms:modified xsi:type="dcterms:W3CDTF">2026-10-22T15:21:06Z</dcterms:modified>
</cp:coreProperties>
</file>